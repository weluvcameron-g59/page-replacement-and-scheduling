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4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9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4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4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1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8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88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5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7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6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5F8E8-64CF-2AC1-38ED-7FA3550CA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LRU &amp; FIFO vs. round robin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14BA1-3BD9-8D99-AB67-355FBE9EB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By Cameron Bailey &amp; Stephen Peden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CB074E-6A83-0A66-7967-D95C254D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4" r="37719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483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E65C-B268-9079-AD32-87CCD727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First in first out (</a:t>
            </a:r>
            <a:r>
              <a:rPr lang="en-US" dirty="0" err="1"/>
              <a:t>fifo</a:t>
            </a:r>
            <a:r>
              <a:rPr lang="en-US" dirty="0"/>
              <a:t>) &amp; Least recently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E988-CF24-1F8C-B34E-E9C9F93FC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replacement algorithms</a:t>
            </a:r>
          </a:p>
          <a:p>
            <a:r>
              <a:rPr lang="en-US" dirty="0"/>
              <a:t>Counts page faults</a:t>
            </a:r>
          </a:p>
          <a:p>
            <a:r>
              <a:rPr lang="en-US" dirty="0"/>
              <a:t>FIFO replaces the page in front of the queue</a:t>
            </a:r>
          </a:p>
          <a:p>
            <a:r>
              <a:rPr lang="en-US" dirty="0"/>
              <a:t>LRU replaces the page that was least recently used or least used in queue</a:t>
            </a:r>
          </a:p>
          <a:p>
            <a:r>
              <a:rPr lang="en-US" dirty="0"/>
              <a:t>Inputs:</a:t>
            </a:r>
          </a:p>
          <a:p>
            <a:pPr lvl="1"/>
            <a:r>
              <a:rPr lang="en-US" dirty="0"/>
              <a:t>Array of pages</a:t>
            </a:r>
          </a:p>
          <a:p>
            <a:pPr lvl="1"/>
            <a:r>
              <a:rPr lang="en-US" dirty="0"/>
              <a:t>Size of page frame</a:t>
            </a:r>
          </a:p>
        </p:txBody>
      </p:sp>
    </p:spTree>
    <p:extLst>
      <p:ext uri="{BB962C8B-B14F-4D97-AF65-F5344CB8AC3E}">
        <p14:creationId xmlns:p14="http://schemas.microsoft.com/office/powerpoint/2010/main" val="136755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07B8-66CD-00E1-CEEE-0FD5BB30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22960"/>
          </a:xfrm>
        </p:spPr>
        <p:txBody>
          <a:bodyPr/>
          <a:lstStyle/>
          <a:p>
            <a:r>
              <a:rPr lang="en-US" dirty="0"/>
              <a:t>First in first out example</a:t>
            </a:r>
          </a:p>
        </p:txBody>
      </p:sp>
      <p:pic>
        <p:nvPicPr>
          <p:cNvPr id="1026" name="Picture 2" descr="FIFO - Page Replacement">
            <a:extLst>
              <a:ext uri="{FF2B5EF4-FFF2-40B4-BE49-F238E27FC236}">
                <a16:creationId xmlns:a16="http://schemas.microsoft.com/office/drawing/2014/main" id="{F09E6D81-CE87-AF44-9340-E846F319F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56" y="1980629"/>
            <a:ext cx="4828794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6C1DFE-C6AB-A467-0E4B-6242B3121653}"/>
              </a:ext>
            </a:extLst>
          </p:cNvPr>
          <p:cNvCxnSpPr>
            <a:cxnSpLocks/>
          </p:cNvCxnSpPr>
          <p:nvPr/>
        </p:nvCxnSpPr>
        <p:spPr>
          <a:xfrm>
            <a:off x="2359152" y="4151376"/>
            <a:ext cx="85039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2D8E98-DBC5-6900-1B66-07EB373A2F03}"/>
              </a:ext>
            </a:extLst>
          </p:cNvPr>
          <p:cNvSpPr txBox="1"/>
          <p:nvPr/>
        </p:nvSpPr>
        <p:spPr>
          <a:xfrm>
            <a:off x="1078992" y="3877055"/>
            <a:ext cx="1161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frame =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B088E7-F34F-5C1E-BCBC-B3DC3A6AB43D}"/>
              </a:ext>
            </a:extLst>
          </p:cNvPr>
          <p:cNvCxnSpPr/>
          <p:nvPr/>
        </p:nvCxnSpPr>
        <p:spPr>
          <a:xfrm flipH="1">
            <a:off x="7461504" y="2404872"/>
            <a:ext cx="92354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BC8C9C-D559-2709-A6C8-6AA9B006BDB6}"/>
              </a:ext>
            </a:extLst>
          </p:cNvPr>
          <p:cNvSpPr txBox="1"/>
          <p:nvPr/>
        </p:nvSpPr>
        <p:spPr>
          <a:xfrm>
            <a:off x="8600694" y="2220206"/>
            <a:ext cx="165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array = 7</a:t>
            </a:r>
          </a:p>
        </p:txBody>
      </p:sp>
    </p:spTree>
    <p:extLst>
      <p:ext uri="{BB962C8B-B14F-4D97-AF65-F5344CB8AC3E}">
        <p14:creationId xmlns:p14="http://schemas.microsoft.com/office/powerpoint/2010/main" val="366098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25BD-04F7-BBB6-E875-1F86DADE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example </a:t>
            </a:r>
          </a:p>
        </p:txBody>
      </p:sp>
      <p:pic>
        <p:nvPicPr>
          <p:cNvPr id="2050" name="Picture 2" descr="Least Recently Used - Page Replacement">
            <a:extLst>
              <a:ext uri="{FF2B5EF4-FFF2-40B4-BE49-F238E27FC236}">
                <a16:creationId xmlns:a16="http://schemas.microsoft.com/office/drawing/2014/main" id="{3D0AC952-A212-31DC-E30E-36942F77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7" y="1568197"/>
            <a:ext cx="9305925" cy="437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07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67B2-0F6B-D443-7629-BE6E7A2B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6184797" cy="1307592"/>
          </a:xfrm>
        </p:spPr>
        <p:txBody>
          <a:bodyPr/>
          <a:lstStyle/>
          <a:p>
            <a:r>
              <a:rPr lang="en-US" dirty="0"/>
              <a:t>What is round robin?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E6A8C-F622-A0BF-1A0D-421DF784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waiting time &amp; turn around time</a:t>
            </a:r>
          </a:p>
          <a:p>
            <a:r>
              <a:rPr lang="en-US" dirty="0"/>
              <a:t>Set processes, quantum time, and burst times</a:t>
            </a:r>
          </a:p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Waiting time</a:t>
            </a:r>
          </a:p>
          <a:p>
            <a:pPr lvl="1"/>
            <a:r>
              <a:rPr lang="en-US" dirty="0"/>
              <a:t>Turnaround time</a:t>
            </a:r>
          </a:p>
          <a:p>
            <a:pPr lvl="1"/>
            <a:r>
              <a:rPr lang="en-US" dirty="0"/>
              <a:t>Averages for both</a:t>
            </a:r>
          </a:p>
          <a:p>
            <a:r>
              <a:rPr lang="en-US" dirty="0"/>
              <a:t>If burst time is higher than burst time,</a:t>
            </a:r>
          </a:p>
          <a:p>
            <a:pPr marL="0" indent="0">
              <a:buNone/>
            </a:pPr>
            <a:r>
              <a:rPr lang="en-US" dirty="0"/>
              <a:t>   then </a:t>
            </a:r>
            <a:r>
              <a:rPr lang="en-US"/>
              <a:t>I repeats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9A34E2-E714-1AB0-0677-FC85BD15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0" y="750870"/>
            <a:ext cx="5086350" cy="53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3229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124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LRU &amp; FIFO vs. round robin algorithm</vt:lpstr>
      <vt:lpstr>What is First in first out (fifo) &amp; Least recently used?</vt:lpstr>
      <vt:lpstr>First in first out example</vt:lpstr>
      <vt:lpstr>LRU example </vt:lpstr>
      <vt:lpstr>What is round robin?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Bailey</dc:creator>
  <cp:lastModifiedBy>Cameron Bailey</cp:lastModifiedBy>
  <cp:revision>1</cp:revision>
  <dcterms:created xsi:type="dcterms:W3CDTF">2026-04-16T19:21:18Z</dcterms:created>
  <dcterms:modified xsi:type="dcterms:W3CDTF">2026-04-16T20:52:17Z</dcterms:modified>
</cp:coreProperties>
</file>