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723003-6F3F-4289-90E6-8878E825AC77}" v="5" dt="2026-04-24T17:44:48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eron Bailey" userId="54dd85fef13ac614" providerId="LiveId" clId="{A0C6DD64-9423-4007-BD29-FD1250AAB8A8}"/>
    <pc:docChg chg="custSel addSld delSld modSld">
      <pc:chgData name="Cameron Bailey" userId="54dd85fef13ac614" providerId="LiveId" clId="{A0C6DD64-9423-4007-BD29-FD1250AAB8A8}" dt="2026-04-24T17:51:35.763" v="756" actId="1076"/>
      <pc:docMkLst>
        <pc:docMk/>
      </pc:docMkLst>
      <pc:sldChg chg="modSp mod">
        <pc:chgData name="Cameron Bailey" userId="54dd85fef13ac614" providerId="LiveId" clId="{A0C6DD64-9423-4007-BD29-FD1250AAB8A8}" dt="2026-04-24T17:01:10.307" v="30" actId="20577"/>
        <pc:sldMkLst>
          <pc:docMk/>
          <pc:sldMk cId="2472483399" sldId="256"/>
        </pc:sldMkLst>
        <pc:spChg chg="mod">
          <ac:chgData name="Cameron Bailey" userId="54dd85fef13ac614" providerId="LiveId" clId="{A0C6DD64-9423-4007-BD29-FD1250AAB8A8}" dt="2026-04-24T17:00:59.558" v="17" actId="20577"/>
          <ac:spMkLst>
            <pc:docMk/>
            <pc:sldMk cId="2472483399" sldId="256"/>
            <ac:spMk id="2" creationId="{1485F8E8-64CF-2AC1-38ED-7FA3550CA1F4}"/>
          </ac:spMkLst>
        </pc:spChg>
        <pc:spChg chg="mod">
          <ac:chgData name="Cameron Bailey" userId="54dd85fef13ac614" providerId="LiveId" clId="{A0C6DD64-9423-4007-BD29-FD1250AAB8A8}" dt="2026-04-24T17:01:10.307" v="30" actId="20577"/>
          <ac:spMkLst>
            <pc:docMk/>
            <pc:sldMk cId="2472483399" sldId="256"/>
            <ac:spMk id="3" creationId="{E1114BA1-3BD9-8D99-AB67-355FBE9EBC70}"/>
          </ac:spMkLst>
        </pc:spChg>
      </pc:sldChg>
      <pc:sldChg chg="addSp modSp new mod">
        <pc:chgData name="Cameron Bailey" userId="54dd85fef13ac614" providerId="LiveId" clId="{A0C6DD64-9423-4007-BD29-FD1250AAB8A8}" dt="2026-04-24T17:09:46.169" v="198" actId="20577"/>
        <pc:sldMkLst>
          <pc:docMk/>
          <pc:sldMk cId="3927781293" sldId="261"/>
        </pc:sldMkLst>
        <pc:spChg chg="mod">
          <ac:chgData name="Cameron Bailey" userId="54dd85fef13ac614" providerId="LiveId" clId="{A0C6DD64-9423-4007-BD29-FD1250AAB8A8}" dt="2026-04-24T17:02:50.272" v="58" actId="20577"/>
          <ac:spMkLst>
            <pc:docMk/>
            <pc:sldMk cId="3927781293" sldId="261"/>
            <ac:spMk id="2" creationId="{3CBD116B-EB6C-CD1E-3093-EC722788CA07}"/>
          </ac:spMkLst>
        </pc:spChg>
        <pc:spChg chg="mod">
          <ac:chgData name="Cameron Bailey" userId="54dd85fef13ac614" providerId="LiveId" clId="{A0C6DD64-9423-4007-BD29-FD1250AAB8A8}" dt="2026-04-24T17:03:26.742" v="134" actId="20577"/>
          <ac:spMkLst>
            <pc:docMk/>
            <pc:sldMk cId="3927781293" sldId="261"/>
            <ac:spMk id="3" creationId="{48D5A80B-6533-9761-4796-19075C47BB68}"/>
          </ac:spMkLst>
        </pc:spChg>
        <pc:spChg chg="add mod">
          <ac:chgData name="Cameron Bailey" userId="54dd85fef13ac614" providerId="LiveId" clId="{A0C6DD64-9423-4007-BD29-FD1250AAB8A8}" dt="2026-04-24T17:09:12.142" v="161" actId="20577"/>
          <ac:spMkLst>
            <pc:docMk/>
            <pc:sldMk cId="3927781293" sldId="261"/>
            <ac:spMk id="8" creationId="{B27C6240-5102-D9D5-05BE-954736F25EF8}"/>
          </ac:spMkLst>
        </pc:spChg>
        <pc:spChg chg="add mod">
          <ac:chgData name="Cameron Bailey" userId="54dd85fef13ac614" providerId="LiveId" clId="{A0C6DD64-9423-4007-BD29-FD1250AAB8A8}" dt="2026-04-24T17:09:46.169" v="198" actId="20577"/>
          <ac:spMkLst>
            <pc:docMk/>
            <pc:sldMk cId="3927781293" sldId="261"/>
            <ac:spMk id="9" creationId="{CA68D4B6-184C-1FC0-C045-E598A3A84F8B}"/>
          </ac:spMkLst>
        </pc:spChg>
        <pc:picChg chg="add mod">
          <ac:chgData name="Cameron Bailey" userId="54dd85fef13ac614" providerId="LiveId" clId="{A0C6DD64-9423-4007-BD29-FD1250AAB8A8}" dt="2026-04-24T17:08:14.153" v="136" actId="1076"/>
          <ac:picMkLst>
            <pc:docMk/>
            <pc:sldMk cId="3927781293" sldId="261"/>
            <ac:picMk id="5" creationId="{DC0123C4-0768-610E-B338-2AE016311DF4}"/>
          </ac:picMkLst>
        </pc:picChg>
        <pc:picChg chg="add mod">
          <ac:chgData name="Cameron Bailey" userId="54dd85fef13ac614" providerId="LiveId" clId="{A0C6DD64-9423-4007-BD29-FD1250AAB8A8}" dt="2026-04-24T17:08:47.018" v="140" actId="1076"/>
          <ac:picMkLst>
            <pc:docMk/>
            <pc:sldMk cId="3927781293" sldId="261"/>
            <ac:picMk id="7" creationId="{3F65A620-5CA4-B2C3-5F1D-8A66D04115C1}"/>
          </ac:picMkLst>
        </pc:picChg>
      </pc:sldChg>
      <pc:sldChg chg="modSp new mod">
        <pc:chgData name="Cameron Bailey" userId="54dd85fef13ac614" providerId="LiveId" clId="{A0C6DD64-9423-4007-BD29-FD1250AAB8A8}" dt="2026-04-24T17:18:42.623" v="428" actId="20577"/>
        <pc:sldMkLst>
          <pc:docMk/>
          <pc:sldMk cId="1280733400" sldId="262"/>
        </pc:sldMkLst>
        <pc:spChg chg="mod">
          <ac:chgData name="Cameron Bailey" userId="54dd85fef13ac614" providerId="LiveId" clId="{A0C6DD64-9423-4007-BD29-FD1250AAB8A8}" dt="2026-04-24T17:10:48.208" v="224" actId="20577"/>
          <ac:spMkLst>
            <pc:docMk/>
            <pc:sldMk cId="1280733400" sldId="262"/>
            <ac:spMk id="2" creationId="{05EBFC67-AF52-549A-C81C-E6ACA10FEE82}"/>
          </ac:spMkLst>
        </pc:spChg>
        <pc:spChg chg="mod">
          <ac:chgData name="Cameron Bailey" userId="54dd85fef13ac614" providerId="LiveId" clId="{A0C6DD64-9423-4007-BD29-FD1250AAB8A8}" dt="2026-04-24T17:18:42.623" v="428" actId="20577"/>
          <ac:spMkLst>
            <pc:docMk/>
            <pc:sldMk cId="1280733400" sldId="262"/>
            <ac:spMk id="3" creationId="{8A53407A-6C3B-9E5F-F3E5-534D5FFD1BDC}"/>
          </ac:spMkLst>
        </pc:spChg>
      </pc:sldChg>
      <pc:sldChg chg="addSp modSp new mod">
        <pc:chgData name="Cameron Bailey" userId="54dd85fef13ac614" providerId="LiveId" clId="{A0C6DD64-9423-4007-BD29-FD1250AAB8A8}" dt="2026-04-24T17:47:25.804" v="729" actId="1076"/>
        <pc:sldMkLst>
          <pc:docMk/>
          <pc:sldMk cId="1336272082" sldId="263"/>
        </pc:sldMkLst>
        <pc:spChg chg="mod">
          <ac:chgData name="Cameron Bailey" userId="54dd85fef13ac614" providerId="LiveId" clId="{A0C6DD64-9423-4007-BD29-FD1250AAB8A8}" dt="2026-04-24T17:41:18.365" v="465" actId="20577"/>
          <ac:spMkLst>
            <pc:docMk/>
            <pc:sldMk cId="1336272082" sldId="263"/>
            <ac:spMk id="2" creationId="{BA1B8CEB-DB22-CF26-201E-3732D26476AC}"/>
          </ac:spMkLst>
        </pc:spChg>
        <pc:spChg chg="mod">
          <ac:chgData name="Cameron Bailey" userId="54dd85fef13ac614" providerId="LiveId" clId="{A0C6DD64-9423-4007-BD29-FD1250AAB8A8}" dt="2026-04-24T17:42:31.591" v="565" actId="20577"/>
          <ac:spMkLst>
            <pc:docMk/>
            <pc:sldMk cId="1336272082" sldId="263"/>
            <ac:spMk id="3" creationId="{DA7232E6-21F7-0389-C99E-599277AB5EC1}"/>
          </ac:spMkLst>
        </pc:spChg>
        <pc:spChg chg="add mod">
          <ac:chgData name="Cameron Bailey" userId="54dd85fef13ac614" providerId="LiveId" clId="{A0C6DD64-9423-4007-BD29-FD1250AAB8A8}" dt="2026-04-24T17:44:42.701" v="630" actId="255"/>
          <ac:spMkLst>
            <pc:docMk/>
            <pc:sldMk cId="1336272082" sldId="263"/>
            <ac:spMk id="4" creationId="{BAE2C7FB-5562-AF08-AD83-947F7CFC3022}"/>
          </ac:spMkLst>
        </pc:spChg>
        <pc:spChg chg="add mod">
          <ac:chgData name="Cameron Bailey" userId="54dd85fef13ac614" providerId="LiveId" clId="{A0C6DD64-9423-4007-BD29-FD1250AAB8A8}" dt="2026-04-24T17:47:25.804" v="729" actId="1076"/>
          <ac:spMkLst>
            <pc:docMk/>
            <pc:sldMk cId="1336272082" sldId="263"/>
            <ac:spMk id="5" creationId="{6FEBA76C-F07B-3A89-56E3-E21B2271F234}"/>
          </ac:spMkLst>
        </pc:spChg>
      </pc:sldChg>
      <pc:sldChg chg="modSp new mod">
        <pc:chgData name="Cameron Bailey" userId="54dd85fef13ac614" providerId="LiveId" clId="{A0C6DD64-9423-4007-BD29-FD1250AAB8A8}" dt="2026-04-24T17:51:35.763" v="756" actId="1076"/>
        <pc:sldMkLst>
          <pc:docMk/>
          <pc:sldMk cId="536881117" sldId="264"/>
        </pc:sldMkLst>
        <pc:spChg chg="mod">
          <ac:chgData name="Cameron Bailey" userId="54dd85fef13ac614" providerId="LiveId" clId="{A0C6DD64-9423-4007-BD29-FD1250AAB8A8}" dt="2026-04-24T17:51:35.763" v="756" actId="1076"/>
          <ac:spMkLst>
            <pc:docMk/>
            <pc:sldMk cId="536881117" sldId="264"/>
            <ac:spMk id="2" creationId="{2FC17D57-EFC9-BBBA-C414-59A1E7DAD617}"/>
          </ac:spMkLst>
        </pc:spChg>
      </pc:sldChg>
      <pc:sldChg chg="new del">
        <pc:chgData name="Cameron Bailey" userId="54dd85fef13ac614" providerId="LiveId" clId="{A0C6DD64-9423-4007-BD29-FD1250AAB8A8}" dt="2026-04-24T17:50:54.859" v="731" actId="2696"/>
        <pc:sldMkLst>
          <pc:docMk/>
          <pc:sldMk cId="724627591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4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9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6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49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45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1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8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88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5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7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963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5F8E8-64CF-2AC1-38ED-7FA3550CA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Page replacement and scheduling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14BA1-3BD9-8D99-AB67-355FBE9EB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US" dirty="0"/>
              <a:t>By Cameron Bailey &amp; Bryant Peden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CB074E-6A83-0A66-7967-D95C254D56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14" r="37719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483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FE65C-B268-9079-AD32-87CCD727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First in first out (</a:t>
            </a:r>
            <a:r>
              <a:rPr lang="en-US" dirty="0" err="1"/>
              <a:t>fifo</a:t>
            </a:r>
            <a:r>
              <a:rPr lang="en-US" dirty="0"/>
              <a:t>) &amp; Least recently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3E988-CF24-1F8C-B34E-E9C9F93FC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 replacement algorithms</a:t>
            </a:r>
          </a:p>
          <a:p>
            <a:r>
              <a:rPr lang="en-US" dirty="0"/>
              <a:t>Counts page faults</a:t>
            </a:r>
          </a:p>
          <a:p>
            <a:r>
              <a:rPr lang="en-US" dirty="0"/>
              <a:t>FIFO replaces the page in front of the queue</a:t>
            </a:r>
          </a:p>
          <a:p>
            <a:r>
              <a:rPr lang="en-US" dirty="0"/>
              <a:t>LRU replaces the page that was least recently used or least used in queue</a:t>
            </a:r>
          </a:p>
          <a:p>
            <a:r>
              <a:rPr lang="en-US" dirty="0"/>
              <a:t>Inputs:</a:t>
            </a:r>
          </a:p>
          <a:p>
            <a:pPr lvl="1"/>
            <a:r>
              <a:rPr lang="en-US" dirty="0"/>
              <a:t>Array of pages</a:t>
            </a:r>
          </a:p>
          <a:p>
            <a:pPr lvl="1"/>
            <a:r>
              <a:rPr lang="en-US" dirty="0"/>
              <a:t>Size of page frame</a:t>
            </a:r>
          </a:p>
        </p:txBody>
      </p:sp>
    </p:spTree>
    <p:extLst>
      <p:ext uri="{BB962C8B-B14F-4D97-AF65-F5344CB8AC3E}">
        <p14:creationId xmlns:p14="http://schemas.microsoft.com/office/powerpoint/2010/main" val="1367553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07B8-66CD-00E1-CEEE-0FD5BB30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822960"/>
          </a:xfrm>
        </p:spPr>
        <p:txBody>
          <a:bodyPr/>
          <a:lstStyle/>
          <a:p>
            <a:r>
              <a:rPr lang="en-US" dirty="0"/>
              <a:t>First in first out example</a:t>
            </a:r>
          </a:p>
        </p:txBody>
      </p:sp>
      <p:pic>
        <p:nvPicPr>
          <p:cNvPr id="1026" name="Picture 2" descr="FIFO - Page Replacement">
            <a:extLst>
              <a:ext uri="{FF2B5EF4-FFF2-40B4-BE49-F238E27FC236}">
                <a16:creationId xmlns:a16="http://schemas.microsoft.com/office/drawing/2014/main" id="{F09E6D81-CE87-AF44-9340-E846F319F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56" y="1980629"/>
            <a:ext cx="4828794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6C1DFE-C6AB-A467-0E4B-6242B3121653}"/>
              </a:ext>
            </a:extLst>
          </p:cNvPr>
          <p:cNvCxnSpPr>
            <a:cxnSpLocks/>
          </p:cNvCxnSpPr>
          <p:nvPr/>
        </p:nvCxnSpPr>
        <p:spPr>
          <a:xfrm>
            <a:off x="2359152" y="4151376"/>
            <a:ext cx="85039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A2D8E98-DBC5-6900-1B66-07EB373A2F03}"/>
              </a:ext>
            </a:extLst>
          </p:cNvPr>
          <p:cNvSpPr txBox="1"/>
          <p:nvPr/>
        </p:nvSpPr>
        <p:spPr>
          <a:xfrm>
            <a:off x="1078992" y="3877055"/>
            <a:ext cx="11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frame = 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B088E7-F34F-5C1E-BCBC-B3DC3A6AB43D}"/>
              </a:ext>
            </a:extLst>
          </p:cNvPr>
          <p:cNvCxnSpPr/>
          <p:nvPr/>
        </p:nvCxnSpPr>
        <p:spPr>
          <a:xfrm flipH="1">
            <a:off x="7461504" y="2404872"/>
            <a:ext cx="92354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BC8C9C-D559-2709-A6C8-6AA9B006BDB6}"/>
              </a:ext>
            </a:extLst>
          </p:cNvPr>
          <p:cNvSpPr txBox="1"/>
          <p:nvPr/>
        </p:nvSpPr>
        <p:spPr>
          <a:xfrm>
            <a:off x="8600694" y="2220206"/>
            <a:ext cx="165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array = 7</a:t>
            </a:r>
          </a:p>
        </p:txBody>
      </p:sp>
    </p:spTree>
    <p:extLst>
      <p:ext uri="{BB962C8B-B14F-4D97-AF65-F5344CB8AC3E}">
        <p14:creationId xmlns:p14="http://schemas.microsoft.com/office/powerpoint/2010/main" val="366098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25BD-04F7-BBB6-E875-1F86DADE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LRU example </a:t>
            </a:r>
          </a:p>
        </p:txBody>
      </p:sp>
      <p:pic>
        <p:nvPicPr>
          <p:cNvPr id="2050" name="Picture 2" descr="Least Recently Used - Page Replacement">
            <a:extLst>
              <a:ext uri="{FF2B5EF4-FFF2-40B4-BE49-F238E27FC236}">
                <a16:creationId xmlns:a16="http://schemas.microsoft.com/office/drawing/2014/main" id="{3D0AC952-A212-31DC-E30E-36942F778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7" y="1568197"/>
            <a:ext cx="9305925" cy="437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07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167B2-0F6B-D443-7629-BE6E7A2B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6184797" cy="1307592"/>
          </a:xfrm>
        </p:spPr>
        <p:txBody>
          <a:bodyPr/>
          <a:lstStyle/>
          <a:p>
            <a:r>
              <a:rPr lang="en-US" dirty="0"/>
              <a:t>What is round robin?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E6A8C-F622-A0BF-1A0D-421DF784D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Measures waiting time &amp; turn around time</a:t>
            </a:r>
          </a:p>
          <a:p>
            <a:r>
              <a:rPr lang="en-US" dirty="0"/>
              <a:t>Set processes, quantum time, and burst times</a:t>
            </a:r>
          </a:p>
          <a:p>
            <a:r>
              <a:rPr lang="en-US" dirty="0"/>
              <a:t>Results:</a:t>
            </a:r>
          </a:p>
          <a:p>
            <a:pPr lvl="1"/>
            <a:r>
              <a:rPr lang="en-US" dirty="0"/>
              <a:t>Waiting time</a:t>
            </a:r>
          </a:p>
          <a:p>
            <a:pPr lvl="1"/>
            <a:r>
              <a:rPr lang="en-US" dirty="0"/>
              <a:t>Turnaround time</a:t>
            </a:r>
          </a:p>
          <a:p>
            <a:pPr lvl="1"/>
            <a:r>
              <a:rPr lang="en-US" dirty="0"/>
              <a:t>Averages for both</a:t>
            </a:r>
          </a:p>
          <a:p>
            <a:r>
              <a:rPr lang="en-US" dirty="0"/>
              <a:t>If burst time is higher than burst time,</a:t>
            </a:r>
          </a:p>
          <a:p>
            <a:pPr marL="0" indent="0">
              <a:buNone/>
            </a:pPr>
            <a:r>
              <a:rPr lang="en-US" dirty="0"/>
              <a:t>   then </a:t>
            </a:r>
            <a:r>
              <a:rPr lang="en-US"/>
              <a:t>I repeats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9A34E2-E714-1AB0-0677-FC85BD155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50" y="750870"/>
            <a:ext cx="5086350" cy="535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93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116B-EB6C-CD1E-3093-EC722788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&amp; contrast (Pros)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5A80B-6533-9761-4796-19075C47B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alter inputs</a:t>
            </a:r>
          </a:p>
          <a:p>
            <a:r>
              <a:rPr lang="en-US" dirty="0"/>
              <a:t>Understandable at beginner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123C4-0768-610E-B338-2AE016311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223" y="4047096"/>
            <a:ext cx="2772162" cy="1914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65A620-5CA4-B2C3-5F1D-8A66D0411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710" y="4047096"/>
            <a:ext cx="3677163" cy="15813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7C6240-5102-D9D5-05BE-954736F25EF8}"/>
              </a:ext>
            </a:extLst>
          </p:cNvPr>
          <p:cNvSpPr txBox="1"/>
          <p:nvPr/>
        </p:nvSpPr>
        <p:spPr>
          <a:xfrm>
            <a:off x="1427223" y="3694176"/>
            <a:ext cx="224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algorithm 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68D4B6-184C-1FC0-C045-E598A3A84F8B}"/>
              </a:ext>
            </a:extLst>
          </p:cNvPr>
          <p:cNvSpPr txBox="1"/>
          <p:nvPr/>
        </p:nvSpPr>
        <p:spPr>
          <a:xfrm>
            <a:off x="6712710" y="3677764"/>
            <a:ext cx="36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 Robin algorithm code:</a:t>
            </a:r>
          </a:p>
        </p:txBody>
      </p:sp>
    </p:spTree>
    <p:extLst>
      <p:ext uri="{BB962C8B-B14F-4D97-AF65-F5344CB8AC3E}">
        <p14:creationId xmlns:p14="http://schemas.microsoft.com/office/powerpoint/2010/main" val="3927781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FC67-AF52-549A-C81C-E6ACA10F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&amp; Contrast (Cons)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3407A-6C3B-9E5F-F3E5-534D5FFD1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entirely different outputs (Page vs time)</a:t>
            </a:r>
          </a:p>
          <a:p>
            <a:r>
              <a:rPr lang="en-US" dirty="0"/>
              <a:t>Can be expensive to implement (tracking, orders)</a:t>
            </a:r>
          </a:p>
          <a:p>
            <a:r>
              <a:rPr lang="en-US" dirty="0"/>
              <a:t>Needs extra memory (stacking, timestamps)</a:t>
            </a:r>
          </a:p>
        </p:txBody>
      </p:sp>
    </p:spTree>
    <p:extLst>
      <p:ext uri="{BB962C8B-B14F-4D97-AF65-F5344CB8AC3E}">
        <p14:creationId xmlns:p14="http://schemas.microsoft.com/office/powerpoint/2010/main" val="128073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8CEB-DB22-CF26-201E-3732D2647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algorithms to real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232E6-21F7-0389-C99E-599277AB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3405021" cy="37398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LRU:</a:t>
            </a:r>
          </a:p>
          <a:p>
            <a:r>
              <a:rPr lang="en-US" dirty="0"/>
              <a:t>Phone Apps running in background</a:t>
            </a:r>
          </a:p>
          <a:p>
            <a:r>
              <a:rPr lang="en-US" dirty="0"/>
              <a:t>Netflix/YouTube recommendations</a:t>
            </a:r>
          </a:p>
          <a:p>
            <a:r>
              <a:rPr lang="en-US" dirty="0"/>
              <a:t>Short term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2C7FB-5562-AF08-AD83-947F7CFC3022}"/>
              </a:ext>
            </a:extLst>
          </p:cNvPr>
          <p:cNvSpPr txBox="1"/>
          <p:nvPr/>
        </p:nvSpPr>
        <p:spPr>
          <a:xfrm>
            <a:off x="4178808" y="2157984"/>
            <a:ext cx="30266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FIFO: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Grocery store line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Queue for 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BA76C-F07B-3A89-56E3-E21B2271F234}"/>
              </a:ext>
            </a:extLst>
          </p:cNvPr>
          <p:cNvSpPr txBox="1"/>
          <p:nvPr/>
        </p:nvSpPr>
        <p:spPr>
          <a:xfrm>
            <a:off x="7278624" y="2207192"/>
            <a:ext cx="3785616" cy="1884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Round Robin: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Group Talk (Turn-Taking)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Sharing food with friends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Multiplayer Games</a:t>
            </a:r>
          </a:p>
        </p:txBody>
      </p:sp>
    </p:spTree>
    <p:extLst>
      <p:ext uri="{BB962C8B-B14F-4D97-AF65-F5344CB8AC3E}">
        <p14:creationId xmlns:p14="http://schemas.microsoft.com/office/powerpoint/2010/main" val="13362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7D57-EFC9-BBBA-C414-59A1E7DAD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2775204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3688111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220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Calisto MT</vt:lpstr>
      <vt:lpstr>Univers Condensed</vt:lpstr>
      <vt:lpstr>ChronicleVTI</vt:lpstr>
      <vt:lpstr>Page replacement and scheduling algorithm</vt:lpstr>
      <vt:lpstr>What is First in first out (fifo) &amp; Least recently used?</vt:lpstr>
      <vt:lpstr>First in first out example</vt:lpstr>
      <vt:lpstr>LRU example </vt:lpstr>
      <vt:lpstr>What is round robin?</vt:lpstr>
      <vt:lpstr>Compare &amp; contrast (Pros)</vt:lpstr>
      <vt:lpstr>Compare &amp; Contrast (Cons)</vt:lpstr>
      <vt:lpstr>Implementing algorithms to real life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Cameron Bailey</dc:creator>
  <cp:lastModifiedBy>Cameron Bailey</cp:lastModifiedBy>
  <cp:revision>1</cp:revision>
  <dcterms:created xsi:type="dcterms:W3CDTF">2026-04-16T19:21:18Z</dcterms:created>
  <dcterms:modified xsi:type="dcterms:W3CDTF">2026-04-24T17:51:40Z</dcterms:modified>
</cp:coreProperties>
</file>